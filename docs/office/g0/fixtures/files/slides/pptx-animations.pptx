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0000000-0000-4000-8000-000000000001}"/>
              </a:ext>
            </a:extLst>
          </p:cNvPr>
          <p:cNvSpPr txBox="1"/>
          <p:nvPr/>
        </p:nvSpPr>
        <p:spPr>
          <a:xfrm>
            <a:off x="914400" y="914400"/>
            <a:ext cx="3657600" cy="914400"/>
          </a:xfrm>
        </p:spPr>
        <p:txBody>
          <a:bodyPr wrap="square" rtlCol="0"/>
          <a:lstStyle/>
          <a:p>
            <a:r>
              <a:rPr/>
              <a:t>Animation sentinel 314159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
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embeddings/Microsoft_Excel_Worksheet1.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Doanh thu theo quý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Quý 1</c:v>
                </c:pt>
                <c:pt idx="1">
                  <c:v>Quý 2</c:v>
                </c:pt>
                <c:pt idx="2">
                  <c:v>Quý 3</c:v>
                </c:pt>
                <c:pt idx="3">
                  <c:v>Quý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180</c:v>
                </c:pt>
                <c:pt idx="3">
                  <c:v>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 phí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Quý 1</c:v>
                </c:pt>
                <c:pt idx="1">
                  <c:v>Quý 2</c:v>
                </c:pt>
                <c:pt idx="2">
                  <c:v>Quý 3</c:v>
                </c:pt>
                <c:pt idx="3">
                  <c:v>Quý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</c:v>
                </c:pt>
                <c:pt idx="1">
                  <c:v>95</c:v>
                </c:pt>
                <c:pt idx="2">
                  <c:v>110</c:v>
                </c:pt>
                <c:pt idx="3">
                  <c:v>120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  <c:dispBlanksAs val="gap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2 - Doanh thu theo quý" descr="aislides-chart">
            <a:extLst>
              <a:ext uri="{FF2B5EF4-FFF2-40B4-BE49-F238E27FC236}">
                <a16:creationId xmlns:a16="http://schemas.microsoft.com/office/drawing/2014/main" id="{00000000-0000-4000-8000-000000000001}"/>
              </a:ext>
            </a:extLst>
          </p:cNvPr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
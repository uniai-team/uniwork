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685800"/>
            <a:ext cx="7772400" cy="1470025"/>
          </a:xfrm>
          <a:prstGeom prst="rect">
            <a:avLst/>
          </a:prstGeom>
        </p:spPr>
        <p:txBody>
          <a:bodyPr wrap="square"/>
          <a:lstStyle/>
          <a:p>
            <a:r>
              <a:rPr lang="vi-VN" sz="4000" b="1"/>
              <a:t>Báo cáo tổng hợp năm 2026</a:t>
            </a:r>
          </a:p>
        </p:txBody>
      </p:sp>
      <p:sp>
        <p:nvSpPr>
          <p:cNvPr id="3" name="Subtitle"/>
          <p:cNvSpPr/>
          <p:nvPr/>
        </p:nvSpPr>
        <p:spPr>
          <a:xfrm>
            <a:off x="685800" y="2400000"/>
            <a:ext cx="7772400" cy="9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2000"/>
              <a:t>Công ty Cổ phần UniWork Việt 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/>
          <p:nvPr/>
        </p:nvSpPr>
        <p:spPr>
          <a:xfrm>
            <a:off x="685800" y="685800"/>
            <a:ext cx="7772400" cy="20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1800"/>
              <a:t>Tài liệu kiểm thử tiếng Việt: dấu huyền, sắc, hỏi, ngã, nặng; chữ Đ và đ; tổ hợp ư, ơ, ă, â, ê, ô.</a:t>
            </a:r>
          </a:p>
        </p:txBody>
      </p:sp>
      <p:graphicFrame>
        <p:nvGraphicFramePr>
          <p:cNvPr id="3" name="Fixture table"/>
          <p:cNvGraphicFramePr/>
          <p:nvPr/>
        </p:nvGraphicFramePr>
        <p:xfrm>
          <a:off x="800000" y="3600000"/>
          <a:ext cx="7000000" cy="16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400" b="1"/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II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Doanh thu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1.250.000.000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1.410.000.000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Chi phí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780.000.000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820.000.000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xtur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000000" y="800000"/>
            <a:ext cx="731520" cy="731520"/>
          </a:xfrm>
          <a:prstGeom prst="rect">
            <a:avLst/>
          </a:prstGeom>
        </p:spPr>
      </p:pic>
      <p:sp>
        <p:nvSpPr>
          <p:cNvPr id="2" name="Image caption"/>
          <p:cNvSpPr/>
          <p:nvPr/>
        </p:nvSpPr>
        <p:spPr>
          <a:xfrm>
            <a:off x="685800" y="5000000"/>
            <a:ext cx="7772400" cy="7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1600"/>
              <a:t>Hinh minh hoa: Tăng trưởng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de"/>
          <p:cNvSpPr/>
          <p:nvPr/>
        </p:nvSpPr>
        <p:spPr>
          <a:xfrm>
            <a:off x="685800" y="685800"/>
            <a:ext cx="7772400" cy="22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1800"/>
              <a:t>CJK: 中文测试 한글 テスト · emoji: 🌏📊✅ · RTL: العربية · ký tự đặc biệt: — “ ”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Work Office Fixtur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F3FA"/>
      </a:lt2>
      <a:accent1>
        <a:srgbClr val="F26522"/>
      </a:accent1>
      <a:accent2>
        <a:srgbClr val="2E74B5"/>
      </a:accent2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Báo cáo tổng hợp năm 2026</dc:title>
  <dc:creator>UniWork Office G0</dc:creator>
  <dcterms:created xsi:type="dcterms:W3CDTF">2026-09-16T00:00:00Z</dcterms:created>
  <dcterms:modified xsi:type="dcterms:W3CDTF">2026-09-16T00:00:00Z</dcterms:modified>
</cp:coreProperties>
</file>
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title"/>
          <p:cNvSpPr/>
          <p:nvPr/>
        </p:nvSpPr>
        <p:spPr>
          <a:xfrm>
            <a:off x="685800" y="685800"/>
            <a:ext cx="7772400" cy="900000"/>
          </a:xfrm>
          <a:prstGeom prst="rect">
            <a:avLst/>
          </a:prstGeom>
        </p:spPr>
        <p:txBody>
          <a:bodyPr wrap="square"/>
          <a:lstStyle/>
          <a:p>
            <a:r>
              <a:rPr lang="vi-VN" sz="2400" b="1"/>
              <a:t>Bảng doanh thu theo quý</a:t>
            </a:r>
          </a:p>
        </p:txBody>
      </p:sp>
      <p:graphicFrame>
        <p:nvGraphicFramePr>
          <p:cNvPr id="3" name="Fixture table"/>
          <p:cNvGraphicFramePr/>
          <p:nvPr/>
        </p:nvGraphicFramePr>
        <p:xfrm>
          <a:off x="800000" y="3600000"/>
          <a:ext cx="7000000" cy="160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3000000"/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1400" b="1"/>
                        <a:t>Hạng mục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 b="1"/>
                        <a:t>Quý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 b="1"/>
                        <a:t>Quý II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vi-VN" sz="1400"/>
                        <a:t>Doanh thu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1.250.000.000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1.410.000.000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vi-VN" sz="1400"/>
                        <a:t>Chi phí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780.000.000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820.000.000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title 2"/>
          <p:cNvSpPr/>
          <p:nvPr/>
        </p:nvSpPr>
        <p:spPr>
          <a:xfrm>
            <a:off x="685800" y="685800"/>
            <a:ext cx="7772400" cy="900000"/>
          </a:xfrm>
          <a:prstGeom prst="rect">
            <a:avLst/>
          </a:prstGeom>
        </p:spPr>
        <p:txBody>
          <a:bodyPr wrap="square"/>
          <a:lstStyle/>
          <a:p>
            <a:r>
              <a:rPr lang="vi-VN" sz="2400" b="1"/>
              <a:t>Bảng chi phí theo quý</a:t>
            </a:r>
          </a:p>
        </p:txBody>
      </p:sp>
      <p:graphicFrame>
        <p:nvGraphicFramePr>
          <p:cNvPr id="3" name="Fixture table"/>
          <p:cNvGraphicFramePr/>
          <p:nvPr/>
        </p:nvGraphicFramePr>
        <p:xfrm>
          <a:off x="800000" y="3600000"/>
          <a:ext cx="7000000" cy="160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3000000"/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1400" b="1"/>
                        <a:t>Hạng mục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 b="1"/>
                        <a:t>Quý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 b="1"/>
                        <a:t>Quý II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vi-VN" sz="1400"/>
                        <a:t>Lợi nhuận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470.000.000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590.000.000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vi-VN" sz="1400"/>
                        <a:t>Tăng trưởng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+12%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400"/>
                        <a:t>+8%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UniWork Office Fixtur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F3FA"/>
      </a:lt2>
      <a:accent1>
        <a:srgbClr val="F26522"/>
      </a:accent1>
      <a:accent2>
        <a:srgbClr val="2E74B5"/>
      </a:accent2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Báo cáo tổng hợp năm 2026</dc:title>
  <dc:creator>UniWork Office G0</dc:creator>
  <dcterms:created xsi:type="dcterms:W3CDTF">2026-09-16T00:00:00Z</dcterms:created>
  <dcterms:modified xsi:type="dcterms:W3CDTF">2026-09-16T00:00:00Z</dcterms:modified>
</cp:coreProperties>
</file>
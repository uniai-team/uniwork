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Liberation Sans"/>
      <p:regular r:id="rId3"/>
    </p:embeddedFont>
  </p:embeddedFontLst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 txBox="1"/>
          <p:nvPr/>
        </p:nvSpPr>
        <p:spPr>
          <a:xfrm>
            <a:off x="914400" y="914400"/>
            <a:ext cx="7315200" cy="914400"/>
          </a:xfrm>
        </p:spPr>
        <p:txBody>
          <a:bodyPr wrap="square" rtlCol="0"/>
          <a:lstStyle/>
          <a:p>
            <a:r>
              <a:rPr>
                <a:latin typeface="Liberation Sans"/>
                <a:ea typeface="Liberation Sans"/>
                <a:cs typeface="Liberation Sans"/>
              </a:rPr>
              <a:t>Liberation Sans embedded font sentinel 271828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
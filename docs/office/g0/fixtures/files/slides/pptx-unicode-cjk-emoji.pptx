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de"/>
          <p:cNvSpPr/>
          <p:nvPr/>
        </p:nvSpPr>
        <p:spPr>
          <a:xfrm>
            <a:off x="685800" y="685800"/>
            <a:ext cx="7772400" cy="2200000"/>
          </a:xfrm>
          <a:prstGeom prst="rect">
            <a:avLst/>
          </a:prstGeom>
        </p:spPr>
        <p:txBody>
          <a:bodyPr wrap="square"/>
          <a:lstStyle/>
          <a:p>
            <a:r>
              <a:rPr lang="vi-VN" sz="1800"/>
              <a:t>CJK: 中文测试 한글 テスト · emoji: 🌏📊✅ · RTL: العربية · ký tự đặc biệt: — “ ” 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Work Office Fixtur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F3FA"/>
      </a:lt2>
      <a:accent1>
        <a:srgbClr val="F26522"/>
      </a:accent1>
      <a:accent2>
        <a:srgbClr val="2E74B5"/>
      </a:accent2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Báo cáo tổng hợp năm 2026</dc:title>
  <dc:creator>UniWork Office G0</dc:creator>
  <dcterms:created xsi:type="dcterms:W3CDTF">2026-09-16T00:00:00Z</dcterms:created>
  <dcterms:modified xsi:type="dcterms:W3CDTF">2026-09-16T00:00:00Z</dcterms:modified>
</cp:coreProperties>
</file>